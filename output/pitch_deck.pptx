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sources, each downloaded and recolored to this deck's exact palette:
- assets/icons/clipboard-check.svg, shield.svg, eye.svg, send.svg, circle-dollar-sign.svg --
  Lucide (lucide.dev), MIT/ISC license
- assets/illustrations/watching-the-market.svg -- hand-authored for this deck (round 6/7): the
  Argus "watchful eye" over a rising market chart, flat two-tone fills only (accent teal + muted
  grays), no gradients, used on the two hero slides so the cover/close illustration is
  unambiguously about trading, not generic stargazing
Speaker notes: Argus, the many-eyed guardian of Greek myth (also Odysseus's loyal dog), maps to the system's 15 backtested guards, covered later in the Evaluation section. It places real, defined-risk options trades on a live paper account, on a schedule, with no person clicking anything, and prints the corrected number even when the correction makes it worse.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framed against the category of trading bots generally, never against other hackathon entries, matching this project's established positioning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the limit that stops the AI from ever increasing a trade is not an instruction the model could ignore, it's a plain function with no network call in it, so the limit holds regardless of what the model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0.20 is not a failing grade, it's an honest one, it says the edge hasn't cleared the bar for statistical proof yet and states exactly how far short it falls.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</dc:title>
  <dc:subject>PptxGenJS Presentation</dc:subject>
  <dc:creator>Created by Marp</dc:creator>
  <cp:lastModifiedBy>Created by Marp</cp:lastModifiedBy>
  <cp:revision>1</cp:revision>
  <dcterms:created xsi:type="dcterms:W3CDTF">2026-09-04T08:02:35Z</dcterms:created>
  <dcterms:modified xsi:type="dcterms:W3CDTF">2026-09-04T08:02:35Z</dcterms:modified>
</cp:coreProperties>
</file>